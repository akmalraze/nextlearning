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00AE-F113-AA92-322B-496EE7725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03D8E-F56E-CD07-D5A6-29CB7F6AB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20268-B460-AC5A-5ED4-99E35EDC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3830F-B1B0-DA8B-7B73-EA3C585D3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89F91-0A30-ACAA-8973-1498D0CA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491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12E-5B8D-13C2-B58C-F5704B5D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7E35-ECF0-A3A2-A367-003A15CBF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C8026-6DE9-9C63-E001-8B98298C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5548-79D9-8BF4-BD63-5BE0C6A8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58BF4-C9CA-7698-EC6E-000A9891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8254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193A-CD56-A9CB-149D-8BEAC4CF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23C05-B04E-049D-110A-E2F5E0A15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9F4D6-BF04-965A-E1B6-B9E17A59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3293E-3598-74D3-E9EF-B2A86BA9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48EA9-8919-D282-6261-4BFC6191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886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FEA2-7A16-89BA-CAA7-41AE30E2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91213-DF29-A819-21D2-5C47E772E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E9DE6-2CDD-79C9-885A-CC902F3B3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FE426-E106-CBE7-3DD4-85F06206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DB3F0-FEFD-70C9-643A-FCB5327C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1A460-BFB7-1F97-6501-91FC5780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801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498A-8D2F-E03B-7D76-4E0D5FD5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12B87-0653-DBB2-C09E-8DC804A0B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2DDE8-D88A-E1C0-6E78-A31470D8C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FEAC8-28CD-494B-14F8-DBFCC4C75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C5B2B-C2E1-F0B5-05E0-80D5F6C7E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D1572-57E3-131D-7F60-481DB671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7BAB95-F90C-5F88-E063-AD9B5040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B00C4-4DD8-3824-8063-FE8DEF35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337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27E8-C370-C9EF-EC8B-546D7994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E35D0-EB5B-377A-7D7C-12CCDB89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5A701-F331-86DC-5701-0DE44435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75C09-DC9F-58E8-4B2B-E8EDC3FE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828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50EC2-B0C0-2BCE-7D04-27691217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8D60F-97DD-1ED9-F1A8-49B84BB3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12759-AC42-AA49-3B4D-58DC6A24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255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1146-B804-CAF1-C158-C4DB0CFE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A5C94-F4F4-B6EE-65DB-1348C2A53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A4B15-1731-351F-9A57-5F4BCC5AE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BDBC3-5B8D-FBC0-406C-F95BBAEE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59518-3708-03BB-9959-39869A82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3CA8F-95E9-782A-C629-DE1A8CEB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960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5A28-E135-2A29-60BC-EDDECEBA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0E1D8-1D3D-FD34-C6B7-B8D2CFB91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12605-A55D-B468-8ACC-851845719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D8F26-B482-E4A8-1A8E-407EA5D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5BBC5-ACFF-B306-2DE5-79FA2EEF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605AC-2912-692E-AA4E-E16220DB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695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463A-205B-D2F9-85DC-EE6EBFC2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17E6D-1B35-E8BA-1669-0D2D78D0B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CDE5E-9592-F890-65D6-F4575653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EFCD2-B7F4-E7C4-AC74-AF041CA2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F4463-240D-DCC1-E9BF-82640E33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014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F0CB77-D79A-C8D2-0880-8A7EDE720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C7473-336A-4660-D634-B1097FCCF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F9F37-10C3-CAF9-00B8-9495D919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8EA23-FFE2-5B63-A31D-58CCB799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9A3E-2B09-7C71-5694-EDBF8F0E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057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3CF5FA-659A-3CF7-E32C-C99C680D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BBE42-E3FD-2F31-FF99-DB11F41A8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2E67-FF39-ED81-7EB2-A2696865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55716-A764-40DC-93D8-B83071D5FA8B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D6D68-E592-6C01-D952-B0FAF8228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F45E4-7856-8BAD-E404-1A079E7AE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96469-D6F6-4460-9923-F250E81E1BD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105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AFCA-B9FF-6987-A16B-FF510A396D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Introduction to Laravel Architectural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FA704-8B34-0942-F307-CDC0FCA44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511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BACE-B962-8C7A-690F-D41AE415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 What is Laravel?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C68D-27D6-6EE6-2820-BD7FABEDD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Definition:</a:t>
            </a:r>
          </a:p>
          <a:p>
            <a:r>
              <a:rPr lang="en-US" dirty="0"/>
              <a:t>   Laravel is a web application framework with expressive, elegant syntax.</a:t>
            </a:r>
          </a:p>
          <a:p>
            <a:r>
              <a:rPr lang="en-US" dirty="0"/>
              <a:t>   It follows the MVC (</a:t>
            </a:r>
            <a:r>
              <a:rPr lang="en-US" dirty="0" err="1"/>
              <a:t>ModelViewController</a:t>
            </a:r>
            <a:r>
              <a:rPr lang="en-US" dirty="0"/>
              <a:t>) architectural pattern.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Language: Built using PHP.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Purpose: Simplifies web application development by offering </a:t>
            </a:r>
            <a:r>
              <a:rPr lang="en-US" dirty="0" err="1"/>
              <a:t>builtin</a:t>
            </a:r>
            <a:r>
              <a:rPr lang="en-US" dirty="0"/>
              <a:t> tools for common tasks.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28929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189D-9974-CB54-B692-FC0B3FCB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Laravel's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94FB-EAAD-09D1-575B-DEB369FD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dirty="0"/>
              <a:t>MVC Design Pattern: Separates application logic from presentation.</a:t>
            </a:r>
          </a:p>
          <a:p>
            <a:pPr marL="0" indent="0">
              <a:buNone/>
            </a:pPr>
            <a:r>
              <a:rPr lang="en-MY" dirty="0"/>
              <a:t>Eloquent ORM: Handles database interactions.</a:t>
            </a:r>
          </a:p>
          <a:p>
            <a:pPr marL="0" indent="0">
              <a:buNone/>
            </a:pPr>
            <a:r>
              <a:rPr lang="en-MY" dirty="0"/>
              <a:t>Routing System: </a:t>
            </a:r>
            <a:r>
              <a:rPr lang="en-MY" dirty="0" err="1"/>
              <a:t>Easytouse</a:t>
            </a:r>
            <a:r>
              <a:rPr lang="en-MY" dirty="0"/>
              <a:t> routing definitions.</a:t>
            </a:r>
          </a:p>
          <a:p>
            <a:pPr marL="0" indent="0">
              <a:buNone/>
            </a:pPr>
            <a:r>
              <a:rPr lang="en-MY" dirty="0"/>
              <a:t>Blade Templating Engine: Simple yet powerful templating.</a:t>
            </a:r>
          </a:p>
          <a:p>
            <a:pPr marL="0" indent="0">
              <a:buNone/>
            </a:pPr>
            <a:r>
              <a:rPr lang="en-MY" dirty="0" err="1"/>
              <a:t>Builtin</a:t>
            </a:r>
            <a:r>
              <a:rPr lang="en-MY" dirty="0"/>
              <a:t> Authentication &amp; Security: Readymade user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390967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32B3-6BD7-6B7D-1546-8F60BA42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MVC Architecture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3AF9F-4000-4D6D-1DE7-6C69F3F05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Model (M): </a:t>
            </a:r>
          </a:p>
          <a:p>
            <a:r>
              <a:rPr lang="en-US" dirty="0"/>
              <a:t>   Manages the data, logic, and rules of the application.</a:t>
            </a:r>
          </a:p>
          <a:p>
            <a:r>
              <a:rPr lang="en-US" dirty="0"/>
              <a:t>   Works with databases via Eloquent ORM.</a:t>
            </a:r>
          </a:p>
          <a:p>
            <a:pPr marL="0" indent="0">
              <a:buNone/>
            </a:pPr>
            <a:r>
              <a:rPr lang="en-US" dirty="0"/>
              <a:t>View (V):</a:t>
            </a:r>
          </a:p>
          <a:p>
            <a:r>
              <a:rPr lang="en-US" dirty="0"/>
              <a:t>   Presents data to the user.</a:t>
            </a:r>
          </a:p>
          <a:p>
            <a:r>
              <a:rPr lang="en-US" dirty="0"/>
              <a:t>   Uses Blade templating engine for efficient, reusable HTML.</a:t>
            </a:r>
          </a:p>
          <a:p>
            <a:pPr marL="0" indent="0">
              <a:buNone/>
            </a:pPr>
            <a:r>
              <a:rPr lang="en-US" dirty="0"/>
              <a:t>Controller (C):</a:t>
            </a:r>
          </a:p>
          <a:p>
            <a:r>
              <a:rPr lang="en-US" dirty="0"/>
              <a:t>   Handles user input and sends commands to the model or view.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5800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D023-81DF-2619-93D5-F4551C56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Laravel Folder Structure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800D5-B6DA-277B-44DE-E889C3286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App Folder:</a:t>
            </a:r>
          </a:p>
          <a:p>
            <a:r>
              <a:rPr lang="en-US" dirty="0"/>
              <a:t>   Contains the business logic of the application (Models, Controllers).</a:t>
            </a:r>
          </a:p>
          <a:p>
            <a:pPr marL="0" indent="0">
              <a:buNone/>
            </a:pPr>
            <a:r>
              <a:rPr lang="en-US" dirty="0"/>
              <a:t>Config Folder:</a:t>
            </a:r>
          </a:p>
          <a:p>
            <a:r>
              <a:rPr lang="en-US" dirty="0"/>
              <a:t>   Configuration settings for the application (database, cache, etc.).</a:t>
            </a:r>
          </a:p>
          <a:p>
            <a:pPr marL="0" indent="0">
              <a:buNone/>
            </a:pPr>
            <a:r>
              <a:rPr lang="en-US" dirty="0"/>
              <a:t>Routes Folder:</a:t>
            </a:r>
          </a:p>
          <a:p>
            <a:r>
              <a:rPr lang="en-US" dirty="0"/>
              <a:t>   Defines the routes (URLs) of the application.</a:t>
            </a:r>
          </a:p>
          <a:p>
            <a:pPr marL="0" indent="0">
              <a:buNone/>
            </a:pPr>
            <a:r>
              <a:rPr lang="en-US" dirty="0"/>
              <a:t>Resources Folder:</a:t>
            </a:r>
          </a:p>
          <a:p>
            <a:r>
              <a:rPr lang="en-US" dirty="0"/>
              <a:t>   Holds the views, language files, and raw assets.</a:t>
            </a:r>
          </a:p>
          <a:p>
            <a:pPr marL="0" indent="0">
              <a:buNone/>
            </a:pPr>
            <a:r>
              <a:rPr lang="en-US" dirty="0"/>
              <a:t>Database Folder:</a:t>
            </a:r>
          </a:p>
          <a:p>
            <a:r>
              <a:rPr lang="en-US" dirty="0"/>
              <a:t>   Migrations and seeders for database management.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4920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716F-3F6F-BF05-9A99-AE2D6B2F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Service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150EF-FF67-8114-978B-2196C358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are Service Providers?</a:t>
            </a:r>
          </a:p>
          <a:p>
            <a:r>
              <a:rPr lang="en-US" dirty="0"/>
              <a:t>   The central place where all Laravel services (such as routing, caching, and validation) are registered.</a:t>
            </a:r>
          </a:p>
          <a:p>
            <a:r>
              <a:rPr lang="en-US" dirty="0"/>
              <a:t>   They are the backbone of any Laravel application.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Core Providers: </a:t>
            </a:r>
          </a:p>
          <a:p>
            <a:r>
              <a:rPr lang="en-US" dirty="0"/>
              <a:t>   `</a:t>
            </a:r>
            <a:r>
              <a:rPr lang="en-US" dirty="0" err="1"/>
              <a:t>AppServiceProvider</a:t>
            </a:r>
            <a:r>
              <a:rPr lang="en-US" dirty="0"/>
              <a:t>`, `</a:t>
            </a:r>
            <a:r>
              <a:rPr lang="en-US" dirty="0" err="1"/>
              <a:t>RouteServiceProvider</a:t>
            </a:r>
            <a:r>
              <a:rPr lang="en-US" dirty="0"/>
              <a:t>`, `</a:t>
            </a:r>
            <a:r>
              <a:rPr lang="en-US" dirty="0" err="1"/>
              <a:t>AuthServiceProvider</a:t>
            </a:r>
            <a:r>
              <a:rPr lang="en-US" dirty="0"/>
              <a:t>`.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5082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C805-2962-E35F-A128-47BD3697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Request Lifecycle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5DC1-727D-1E99-A0EA-B8564EEB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1: User sends a request to the Laravel application.</a:t>
            </a:r>
          </a:p>
          <a:p>
            <a:pPr marL="0" indent="0">
              <a:buNone/>
            </a:pPr>
            <a:r>
              <a:rPr lang="en-US" dirty="0"/>
              <a:t>Step 2: Route is identified.</a:t>
            </a:r>
          </a:p>
          <a:p>
            <a:pPr marL="0" indent="0">
              <a:buNone/>
            </a:pPr>
            <a:r>
              <a:rPr lang="en-US" dirty="0"/>
              <a:t>Step 3: Route sends request to the corresponding controller.</a:t>
            </a:r>
          </a:p>
          <a:p>
            <a:pPr marL="0" indent="0">
              <a:buNone/>
            </a:pPr>
            <a:r>
              <a:rPr lang="en-US" dirty="0"/>
              <a:t>Step 4: Controller interacts with the model to fetch or manipulate data.</a:t>
            </a:r>
          </a:p>
          <a:p>
            <a:pPr marL="0" indent="0">
              <a:buNone/>
            </a:pPr>
            <a:r>
              <a:rPr lang="en-US" dirty="0"/>
              <a:t>Step 5: Controller passes the data to the view.</a:t>
            </a:r>
          </a:p>
          <a:p>
            <a:pPr marL="0" indent="0">
              <a:buNone/>
            </a:pPr>
            <a:r>
              <a:rPr lang="en-US" dirty="0"/>
              <a:t>Step 6: View sends the rendered HTML back to the user.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4636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EED1-98B2-51BA-CA80-AD581584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Routing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A151A-ACC6-B8D1-5A57-0A8353B7F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Routes direct traffic and define what happens when a URL is accessed.</a:t>
            </a:r>
          </a:p>
          <a:p>
            <a:pPr marL="0" indent="0">
              <a:buNone/>
            </a:pPr>
            <a:r>
              <a:rPr lang="en-US" dirty="0"/>
              <a:t>Example Route: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```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Route::get('/user', [</a:t>
            </a:r>
            <a:r>
              <a:rPr lang="en-US" dirty="0" err="1"/>
              <a:t>UserController</a:t>
            </a:r>
            <a:r>
              <a:rPr lang="en-US" dirty="0"/>
              <a:t>::class, 'show']);</a:t>
            </a:r>
          </a:p>
          <a:p>
            <a:pPr marL="0" indent="0">
              <a:buNone/>
            </a:pPr>
            <a:r>
              <a:rPr lang="en-US" dirty="0"/>
              <a:t>```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Uses simple and readable syntax.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5807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DD18-D9E7-5DAD-6A38-037E44CB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Middleware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7C4C6-0B88-5AB4-A928-C3F4FF03F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Definition: Middleware is a filter mechanism that checks and processes requests before they reach the controller.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Middleware Examples:</a:t>
            </a:r>
          </a:p>
          <a:p>
            <a:r>
              <a:rPr lang="en-US" dirty="0"/>
              <a:t>   Authentication (`auth`)</a:t>
            </a:r>
          </a:p>
          <a:p>
            <a:r>
              <a:rPr lang="en-US" dirty="0"/>
              <a:t>   CSRF Protection (`</a:t>
            </a:r>
            <a:r>
              <a:rPr lang="en-US" dirty="0" err="1"/>
              <a:t>VerifyCsrfToken</a:t>
            </a:r>
            <a:r>
              <a:rPr lang="en-US" dirty="0"/>
              <a:t>`)</a:t>
            </a:r>
          </a:p>
        </p:txBody>
      </p:sp>
    </p:spTree>
    <p:extLst>
      <p:ext uri="{BB962C8B-B14F-4D97-AF65-F5344CB8AC3E}">
        <p14:creationId xmlns:p14="http://schemas.microsoft.com/office/powerpoint/2010/main" val="398925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446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Introduction to Laravel Architectural</vt:lpstr>
      <vt:lpstr> What is Laravel?</vt:lpstr>
      <vt:lpstr>Laravel's Key Features</vt:lpstr>
      <vt:lpstr>MVC Architecture in Laravel</vt:lpstr>
      <vt:lpstr>Laravel Folder Structure Overview</vt:lpstr>
      <vt:lpstr>Service Providers</vt:lpstr>
      <vt:lpstr>Request Lifecycle in Laravel</vt:lpstr>
      <vt:lpstr>Routing in Laravel</vt:lpstr>
      <vt:lpstr>Middleware in Laravel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AZLEE BIN ZABIDI.</dc:creator>
  <cp:lastModifiedBy>AZLEE BIN ZABIDI.</cp:lastModifiedBy>
  <cp:revision>3</cp:revision>
  <dcterms:created xsi:type="dcterms:W3CDTF">2024-10-02T02:40:49Z</dcterms:created>
  <dcterms:modified xsi:type="dcterms:W3CDTF">2024-10-02T02:45:33Z</dcterms:modified>
</cp:coreProperties>
</file>