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67D3A-7D0D-ADC6-3F85-91CF68CCD6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AD633F-F7AD-0F14-3D8B-265852CCFD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36433-95DB-B81E-5418-40CEF2FF2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1D36B-BD03-4A87-83D2-5CDB24854DE8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AE5FC-AE25-B9D5-546E-94E63A948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7149E-3523-D352-1F43-BD6768EC4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6D54-E11C-48D1-970E-55F2A91C0FE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75036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3B66E-3AC3-FB52-AB8A-D8BE28F37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CA91D-ACCF-4E70-9DFB-118083EFB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39475-AD4E-99BA-8796-0A60B74E5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1D36B-BD03-4A87-83D2-5CDB24854DE8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130E5-8D9A-1F32-D8F5-3B5B2B7C2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64718-9B00-61C9-4B30-0ED8982EF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6D54-E11C-48D1-970E-55F2A91C0FE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3752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9001A-9DC1-6548-4BA3-AE172BA82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5B9FE-363D-1956-B4BB-6CF4F5232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941DC-035F-0E95-6052-04D9D386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1D36B-BD03-4A87-83D2-5CDB24854DE8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8CA82-03E9-6BD5-F8FA-AC9FC38E2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3DD2B-1638-ACF5-A17D-C93FA1D2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6D54-E11C-48D1-970E-55F2A91C0FE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22197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DAE44-5602-92D6-47CC-73857FB98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7940B-3695-6554-5041-ED1DAB700A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C7BD9-EC05-DC46-08D1-6508B6F60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3FF4CD-37AA-D4E2-B08A-3D65B2C16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1D36B-BD03-4A87-83D2-5CDB24854DE8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B81B7F-52AB-6B8A-33E0-A62868860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0EDA30-50B9-077A-54BE-29ED533F5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6D54-E11C-48D1-970E-55F2A91C0FE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87122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AA5CB-F18F-37D6-80D8-63348693C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B8CDC-2CC0-CFFE-905C-8540A96FE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C8610D-3674-5890-20BA-E552F57AC3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EA0AC0-4EC7-BB90-2D18-9A099667F1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DB0FCD-A66F-9968-2FF0-353E42238E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080F85-629E-6B4A-B85A-1848D01D5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1D36B-BD03-4A87-83D2-5CDB24854DE8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32B7B5-0C87-0928-8B55-16999B674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AB9770-E290-DAC1-EF28-2CFE0E31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6D54-E11C-48D1-970E-55F2A91C0FE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12831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58DFC-358D-D447-419A-C9890FABD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353F46-1F3A-C675-C44A-6969F399F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1D36B-BD03-4A87-83D2-5CDB24854DE8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1D7F7-9E23-00C0-072D-9F024B9A2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2F3E3E-7264-9F10-288E-9A730C44F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6D54-E11C-48D1-970E-55F2A91C0FE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44573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B96DC-D521-F205-02BE-C4556DD86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1D36B-BD03-4A87-83D2-5CDB24854DE8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8D6E31-FAC2-8835-236A-FE4E52FF8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7039F-869B-AD1F-E859-E16C665CB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6D54-E11C-48D1-970E-55F2A91C0FE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46867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2AFDC-5567-FB67-4546-78079A0EF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4FA3A-74C8-6D68-8E06-BE07B0018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E6272-7303-B633-C306-C8C825692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60A2F0-B5A3-2128-7A2B-F35966011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1D36B-BD03-4A87-83D2-5CDB24854DE8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7A6D1-9D32-B27F-2F5E-23DB4854E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C4E7A-3680-B5D5-9C90-680A68584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6D54-E11C-48D1-970E-55F2A91C0FE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45338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0FFB9-A47F-8DE9-AF1C-23EB6BABC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0F06CF-88A3-1659-A478-7A8FAD05F5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DCAEE0-9DCA-FA67-D984-1DE7FF7791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27F5C0-CBCE-98A9-0851-FA2B183C8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1D36B-BD03-4A87-83D2-5CDB24854DE8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A9CAB1-B66F-93E8-29AB-D70960AD0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E709B3-6796-3405-7913-514518AFF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6D54-E11C-48D1-970E-55F2A91C0FE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51914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CE556-1073-0212-FB81-1DC0BE60B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6157A-3393-FEDC-B69D-9F43B49EFC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4ABB8-346B-033D-8562-94AA87BE3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1D36B-BD03-4A87-83D2-5CDB24854DE8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A70AC-6163-AE75-E10A-00CDE98F1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EA9ED-A62D-8C5B-446E-2A8859825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6D54-E11C-48D1-970E-55F2A91C0FE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29219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B5FDE7-C428-3FB2-1601-707F33C322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C77E8-BA7A-78E8-8CF9-0BEC599D0B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A4DE4-516E-B83F-6C9D-10C9498D4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1D36B-BD03-4A87-83D2-5CDB24854DE8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CD1F1-3F5B-07DE-386D-FAD60FFF1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4F951-7B0D-C921-C473-54571C42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6D54-E11C-48D1-970E-55F2A91C0FE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05584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A61ECD-368F-9B0E-099D-8432CCF9F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41EDF-243F-CC01-3219-90E02BADB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D5AF7-3D17-65D3-19DC-198C4E426B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1D36B-BD03-4A87-83D2-5CDB24854DE8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BE18C-43C2-3D34-8F6E-4A6FA092FE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3B87A-F074-DBB8-28FC-55BFB9C88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E6D54-E11C-48D1-970E-55F2A91C0FE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75691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1F29F-353F-DAE8-8C70-B3B998A1CB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Introduction to Frameworks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9282E-0EE6-238C-C18B-40A9C93407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90751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1EB64-C482-A52A-BC37-6F125E31B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What is a Framework?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A4FFC-D4C7-A0B3-8C5C-27B85FEA0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Definition: </a:t>
            </a:r>
          </a:p>
          <a:p>
            <a:r>
              <a:rPr lang="en-US" dirty="0"/>
              <a:t>   A software framework is a platform for developing software applications.</a:t>
            </a:r>
          </a:p>
          <a:p>
            <a:r>
              <a:rPr lang="en-US" dirty="0"/>
              <a:t>   It provides foundational structures, components, and tools to streamline development.</a:t>
            </a:r>
          </a:p>
          <a:p>
            <a:pPr marL="0" indent="0">
              <a:buNone/>
            </a:pPr>
            <a:r>
              <a:rPr lang="en-US" dirty="0"/>
              <a:t>Key Elements: </a:t>
            </a:r>
          </a:p>
          <a:p>
            <a:r>
              <a:rPr lang="en-US" dirty="0"/>
              <a:t>   Reusable code libraries</a:t>
            </a:r>
          </a:p>
          <a:p>
            <a:r>
              <a:rPr lang="en-US" dirty="0"/>
              <a:t>   Predefined templates and structures</a:t>
            </a:r>
          </a:p>
          <a:p>
            <a:r>
              <a:rPr lang="en-US" dirty="0"/>
              <a:t>   Common tools (e.g., authentication, database access)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544838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0178C-D4F3-CCD8-4D5D-56C66F25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Why Use a Framework?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D4EF8-DBB8-3D32-4D7D-7020EBD3D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Efficiency: Avoid building from scratch.</a:t>
            </a:r>
          </a:p>
          <a:p>
            <a:pPr marL="0" indent="0">
              <a:buNone/>
            </a:pPr>
            <a:r>
              <a:rPr lang="en-US" dirty="0"/>
              <a:t>Security: </a:t>
            </a:r>
            <a:r>
              <a:rPr lang="en-US" dirty="0" err="1"/>
              <a:t>Builtin</a:t>
            </a:r>
            <a:r>
              <a:rPr lang="en-US" dirty="0"/>
              <a:t> best practices and features.</a:t>
            </a:r>
          </a:p>
          <a:p>
            <a:pPr marL="0" indent="0">
              <a:buNone/>
            </a:pPr>
            <a:r>
              <a:rPr lang="en-US" dirty="0"/>
              <a:t>Scalability: Easy to maintain and scale up as the application grows.</a:t>
            </a:r>
          </a:p>
          <a:p>
            <a:pPr marL="0" indent="0">
              <a:buNone/>
            </a:pPr>
            <a:r>
              <a:rPr lang="en-US" dirty="0"/>
              <a:t>Structure: Enforces coding standards and best practices.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505974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36936-F238-F11E-DA5B-D7EB6E0FA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Types of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CA9A6-3B24-E5F0-4C31-B748DED10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Web Frameworks: Laravel, Django, Ruby on Rails</a:t>
            </a:r>
          </a:p>
          <a:p>
            <a:r>
              <a:rPr lang="en-MY" dirty="0"/>
              <a:t> Mobile App Frameworks: Flutter, React Native</a:t>
            </a:r>
          </a:p>
          <a:p>
            <a:r>
              <a:rPr lang="en-MY" dirty="0"/>
              <a:t> Desktop Frameworks: Electron, WPF</a:t>
            </a:r>
          </a:p>
        </p:txBody>
      </p:sp>
    </p:spTree>
    <p:extLst>
      <p:ext uri="{BB962C8B-B14F-4D97-AF65-F5344CB8AC3E}">
        <p14:creationId xmlns:p14="http://schemas.microsoft.com/office/powerpoint/2010/main" val="2948540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73CC3-7497-62DC-23B6-695CD6259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Popular Web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A4558-4FB3-28D6-EA63-2A1A39D3D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Laravel (PHP)</a:t>
            </a:r>
          </a:p>
          <a:p>
            <a:r>
              <a:rPr lang="en-MY" dirty="0"/>
              <a:t> Django (Python)</a:t>
            </a:r>
          </a:p>
          <a:p>
            <a:r>
              <a:rPr lang="en-MY" dirty="0"/>
              <a:t> Ruby on Rails (Ruby)</a:t>
            </a:r>
          </a:p>
          <a:p>
            <a:r>
              <a:rPr lang="en-MY" dirty="0"/>
              <a:t> Express.js (Node.js)</a:t>
            </a:r>
          </a:p>
          <a:p>
            <a:r>
              <a:rPr lang="en-MY" dirty="0"/>
              <a:t> ASP.NET (C#)</a:t>
            </a:r>
          </a:p>
        </p:txBody>
      </p:sp>
    </p:spTree>
    <p:extLst>
      <p:ext uri="{BB962C8B-B14F-4D97-AF65-F5344CB8AC3E}">
        <p14:creationId xmlns:p14="http://schemas.microsoft.com/office/powerpoint/2010/main" val="875186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05D46-809E-22BF-141F-4D18FCBEE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Framework vs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274E6-5CC4-0874-0E3D-57EA09E5F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Framework:</a:t>
            </a:r>
          </a:p>
          <a:p>
            <a:r>
              <a:rPr lang="en-US" dirty="0"/>
              <a:t>   Controls the flow of the application.</a:t>
            </a:r>
          </a:p>
          <a:p>
            <a:r>
              <a:rPr lang="en-US" dirty="0"/>
              <a:t>   Developers plug in their code where needed.</a:t>
            </a:r>
          </a:p>
          <a:p>
            <a:pPr marL="0" indent="0">
              <a:buNone/>
            </a:pPr>
            <a:r>
              <a:rPr lang="en-US" dirty="0"/>
              <a:t>Library:</a:t>
            </a:r>
          </a:p>
          <a:p>
            <a:r>
              <a:rPr lang="en-US" dirty="0"/>
              <a:t>   A collection of functions or classes.</a:t>
            </a:r>
          </a:p>
          <a:p>
            <a:r>
              <a:rPr lang="en-US" dirty="0"/>
              <a:t>   The developer calls the library's functionality.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953110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3D3CE-1E30-69B6-FF10-7F3F9DC73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Choose a Framework?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3EA91-62C0-5BB9-83C5-C3F18DCE2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Language compatibility (PHP for Laravel, Python for Django)</a:t>
            </a:r>
          </a:p>
          <a:p>
            <a:r>
              <a:rPr lang="en-US" dirty="0"/>
              <a:t> Community support</a:t>
            </a:r>
          </a:p>
          <a:p>
            <a:r>
              <a:rPr lang="en-US" dirty="0"/>
              <a:t> Features needed for the project</a:t>
            </a:r>
          </a:p>
          <a:p>
            <a:r>
              <a:rPr lang="en-US" dirty="0"/>
              <a:t> Performance and scalability requirements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076021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4445E-E2A7-4225-03BB-1D6914054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Frameworks in Development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B1565-F049-9E54-9E87-F49063ADA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dirty="0"/>
              <a:t>Code Reusability: Use prewritten modules.</a:t>
            </a:r>
          </a:p>
          <a:p>
            <a:pPr marL="0" indent="0">
              <a:buNone/>
            </a:pPr>
            <a:r>
              <a:rPr lang="en-MY" dirty="0"/>
              <a:t>Faster Development: Focus on building functionality, not the structure.</a:t>
            </a:r>
          </a:p>
          <a:p>
            <a:pPr marL="0" indent="0">
              <a:buNone/>
            </a:pPr>
            <a:r>
              <a:rPr lang="en-MY" dirty="0"/>
              <a:t>Maintainability: Clear separation of concerns.</a:t>
            </a:r>
          </a:p>
          <a:p>
            <a:pPr marL="0" indent="0">
              <a:buNone/>
            </a:pPr>
            <a:r>
              <a:rPr lang="en-MY"/>
              <a:t>Security: </a:t>
            </a:r>
            <a:r>
              <a:rPr lang="en-MY" dirty="0"/>
              <a:t>Prebuilt protection mechanisms (e.g., input validation, CSRF prevention).</a:t>
            </a:r>
          </a:p>
        </p:txBody>
      </p:sp>
    </p:spTree>
    <p:extLst>
      <p:ext uri="{BB962C8B-B14F-4D97-AF65-F5344CB8AC3E}">
        <p14:creationId xmlns:p14="http://schemas.microsoft.com/office/powerpoint/2010/main" val="125659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285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Introduction to Frameworks</vt:lpstr>
      <vt:lpstr>What is a Framework?</vt:lpstr>
      <vt:lpstr>Why Use a Framework?</vt:lpstr>
      <vt:lpstr>Types of Frameworks</vt:lpstr>
      <vt:lpstr>Popular Web Frameworks</vt:lpstr>
      <vt:lpstr>Framework vs Library</vt:lpstr>
      <vt:lpstr>How to Choose a Framework?</vt:lpstr>
      <vt:lpstr>Benefits of Frameworks in Development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AZLEE BIN ZABIDI.</dc:creator>
  <cp:lastModifiedBy>AZLEE BIN ZABIDI.</cp:lastModifiedBy>
  <cp:revision>3</cp:revision>
  <dcterms:created xsi:type="dcterms:W3CDTF">2024-10-02T02:28:25Z</dcterms:created>
  <dcterms:modified xsi:type="dcterms:W3CDTF">2024-10-02T02:30:25Z</dcterms:modified>
</cp:coreProperties>
</file>