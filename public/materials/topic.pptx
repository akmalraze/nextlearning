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100" d="100"/>
          <a:sy n="100" d="100"/>
        </p:scale>
        <p:origin x="58" y="-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CBD72-243D-64FC-F1F6-20E44D45A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1A482-E0A8-A46B-5E41-7C5788E0C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2F126-14A1-CAB4-1BF2-EC303900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5FB3-DCF7-495D-90A9-33F30C859BDF}" type="datetimeFigureOut">
              <a:rPr lang="en-MY" smtClean="0"/>
              <a:t>6/10/2024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528C2-93D6-7CD9-8531-950E797B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ED851-1023-2CB2-E618-D67947370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9B8-337E-44DE-85E8-68ACBF810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3833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DE173-0472-C0ED-15E9-6BE08232B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0F3F7-6617-63D6-3BAD-F0BC080BA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E225D-1412-EC7E-E2BB-03734FE12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5FB3-DCF7-495D-90A9-33F30C859BDF}" type="datetimeFigureOut">
              <a:rPr lang="en-MY" smtClean="0"/>
              <a:t>6/10/2024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F3C51-6940-8B9A-85A3-ADB18C0E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87A5A-FD5B-5D25-1905-8666EDA0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9B8-337E-44DE-85E8-68ACBF810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9050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34DD-4DF0-9FF4-66FE-E5FCE358C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E652B-D088-B7B5-0B4E-FEE9758C6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E9DB-D8CD-792D-6D7F-A507D732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5FB3-DCF7-495D-90A9-33F30C859BDF}" type="datetimeFigureOut">
              <a:rPr lang="en-MY" smtClean="0"/>
              <a:t>6/10/2024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DD968-A682-14DA-F18F-AEEBD510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20889-BC2A-4952-166D-9E1F7D5D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9B8-337E-44DE-85E8-68ACBF810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08814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1570-D03C-1AE3-96E2-784C6876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46C7C-6243-85F9-597A-213C9AB55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5AA99-9408-DA4E-BF0C-63A5FAD51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58D03-68A0-F114-CEA1-F2BEA2C2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5FB3-DCF7-495D-90A9-33F30C859BDF}" type="datetimeFigureOut">
              <a:rPr lang="en-MY" smtClean="0"/>
              <a:t>6/10/2024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C7749-0D5C-36C4-FDD6-FB7F0BF87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6924D-2E07-CF66-4C8F-588015E5D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9B8-337E-44DE-85E8-68ACBF810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988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EFC0-4EF0-BBA9-FE6D-BD5550BAD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3B002-6E92-469E-4BD9-40151125E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EFF9A-0CFE-9530-EC01-F22D1E64B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3C0244-6DF0-96DE-613E-339DA8F460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6E604-2D07-32B6-2D7C-62A23344F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471E58-A56A-0A57-AB54-DA835E9E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5FB3-DCF7-495D-90A9-33F30C859BDF}" type="datetimeFigureOut">
              <a:rPr lang="en-MY" smtClean="0"/>
              <a:t>6/10/2024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82309F-1C75-CCDC-CC5F-112C86B5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5CD8E-1359-1FF0-6ADB-D141C113A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9B8-337E-44DE-85E8-68ACBF810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1850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0AE3-1E05-2E74-C886-F60DCFE3F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E9A34-F2E6-91CE-C0D9-06152D60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5FB3-DCF7-495D-90A9-33F30C859BDF}" type="datetimeFigureOut">
              <a:rPr lang="en-MY" smtClean="0"/>
              <a:t>6/10/2024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54B10E-02F1-EDD4-667E-5E40FD4D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B2577-DBBE-7159-191D-6642803A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9B8-337E-44DE-85E8-68ACBF810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33793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58BD9-E3FB-4A2E-DB6C-EB5AD4D8D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5FB3-DCF7-495D-90A9-33F30C859BDF}" type="datetimeFigureOut">
              <a:rPr lang="en-MY" smtClean="0"/>
              <a:t>6/10/2024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FEB8E0-F25A-F303-209C-3F74BEFC0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61BC0-7D53-D757-5CA1-9280FB62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9B8-337E-44DE-85E8-68ACBF810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1466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0C703-C5FE-E822-2DF4-A9D1499A9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AF22B-9278-0577-F47A-7BE1C29B4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B8E7B-5593-7EEC-757A-579BD5857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530F0-999B-E0E0-E158-A955A3A3F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5FB3-DCF7-495D-90A9-33F30C859BDF}" type="datetimeFigureOut">
              <a:rPr lang="en-MY" smtClean="0"/>
              <a:t>6/10/2024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3AD50-806F-B95D-6536-CE092C160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4ADAC-330F-F6EE-4EB3-4DACC2C20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9B8-337E-44DE-85E8-68ACBF810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9377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90A2-5854-3EA0-8C91-329A8E9B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A987C-D278-AAAB-1636-1918AC4143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3A6CD-71CC-D9F0-CCA3-35C0F4D7C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12728-AE47-B9A7-8696-973BC82A0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5FB3-DCF7-495D-90A9-33F30C859BDF}" type="datetimeFigureOut">
              <a:rPr lang="en-MY" smtClean="0"/>
              <a:t>6/10/2024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B1DA-BBDB-0A04-EB47-7E7C2BBB9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B1D6E-2742-E32A-7A24-5154D0BE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9B8-337E-44DE-85E8-68ACBF810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8313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4D0A-F7B6-EF16-44E2-F1FAAE0C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F8ED7-BA47-D694-8BC3-465BC3DD9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89D6D-F53C-E6C2-F579-6465BAF5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5FB3-DCF7-495D-90A9-33F30C859BDF}" type="datetimeFigureOut">
              <a:rPr lang="en-MY" smtClean="0"/>
              <a:t>6/10/2024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3BB3F-7F51-17C1-C510-E218BBAF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D4F62-5D3B-CEE4-4374-CAAD0E8D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9B8-337E-44DE-85E8-68ACBF810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3502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D11070-23DD-2653-B450-A5A262DD6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CA185-BAC4-AB3B-17CA-810340257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07ADE-7037-ECEC-887C-B58CD2AA4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5FB3-DCF7-495D-90A9-33F30C859BDF}" type="datetimeFigureOut">
              <a:rPr lang="en-MY" smtClean="0"/>
              <a:t>6/10/2024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4AD82-14A8-8622-7AB6-EF0C0619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03C1B-4907-DBB2-64B5-8AA90526B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9B8-337E-44DE-85E8-68ACBF810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610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B9FC0F-8D43-D254-9F2F-88CDD3D2F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C7544-9008-7225-4045-38852695E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47EEA-C3CC-F162-C7C4-24E0D5748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95FB3-DCF7-495D-90A9-33F30C859BDF}" type="datetimeFigureOut">
              <a:rPr lang="en-MY" smtClean="0"/>
              <a:t>6/10/2024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25EC2-ADC2-229E-A37B-31BE8104D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5BB4F-D3FC-0139-5713-71F0C9FAF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249B8-337E-44DE-85E8-68ACBF810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42359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94B6-D639-4722-9E40-E4FE88A377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i="1" dirty="0"/>
              <a:t>Laravel API Development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257B3-9E37-33F4-B0C4-C8E4812048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7581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CE252-1163-3C48-C3D3-B6DBE046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What is an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2ED28-BB6A-D0B8-482A-A7AE83EA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Definition:</a:t>
            </a:r>
          </a:p>
          <a:p>
            <a:r>
              <a:rPr lang="en-US" dirty="0"/>
              <a:t> An API (Application Programming Interface) allows different software applications to communicate with each other.</a:t>
            </a:r>
          </a:p>
          <a:p>
            <a:pPr marL="0" indent="0">
              <a:buNone/>
            </a:pPr>
            <a:r>
              <a:rPr lang="en-US" dirty="0"/>
              <a:t>Types of APIs:</a:t>
            </a:r>
          </a:p>
          <a:p>
            <a:r>
              <a:rPr lang="en-US" dirty="0"/>
              <a:t> REST (Representational State Transfer): Uses standard HTTP methods (GET, POST, PUT, DELETE).</a:t>
            </a:r>
          </a:p>
          <a:p>
            <a:r>
              <a:rPr lang="en-US" dirty="0"/>
              <a:t> SOAP (Simple Object Access Protocol): Uses XML and is more complex than REST.</a:t>
            </a:r>
          </a:p>
          <a:p>
            <a:pPr marL="0" indent="0">
              <a:buNone/>
            </a:pPr>
            <a:r>
              <a:rPr lang="en-US" dirty="0"/>
              <a:t>APIs in Laravel:</a:t>
            </a:r>
          </a:p>
          <a:p>
            <a:r>
              <a:rPr lang="en-US" dirty="0"/>
              <a:t>  - Laravel makes it easy to build RESTful APIs using routes, controllers, and Eloquent ORM.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75013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185C-3252-4002-8AF8-ED7B8204E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RESTful API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943F-AE03-ADB5-1B0F-E6EB43696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MY" dirty="0"/>
              <a:t>Core Concepts:</a:t>
            </a:r>
          </a:p>
          <a:p>
            <a:r>
              <a:rPr lang="en-MY" dirty="0"/>
              <a:t>  HTTP Verbs: </a:t>
            </a:r>
          </a:p>
          <a:p>
            <a:r>
              <a:rPr lang="en-MY" dirty="0"/>
              <a:t>  GET: Retrieve data</a:t>
            </a:r>
          </a:p>
          <a:p>
            <a:r>
              <a:rPr lang="en-MY" dirty="0"/>
              <a:t>  POST: Create new data</a:t>
            </a:r>
          </a:p>
          <a:p>
            <a:r>
              <a:rPr lang="en-MY" dirty="0"/>
              <a:t>  PUT/PATCH: Update existing data</a:t>
            </a:r>
          </a:p>
          <a:p>
            <a:r>
              <a:rPr lang="en-MY" dirty="0"/>
              <a:t>  DELETE: Remove data</a:t>
            </a:r>
          </a:p>
          <a:p>
            <a:pPr marL="0" indent="0">
              <a:buNone/>
            </a:pPr>
            <a:r>
              <a:rPr lang="en-MY" dirty="0"/>
              <a:t>Endpoints: URL patterns used to interact with the API (e.g., `/</a:t>
            </a:r>
            <a:r>
              <a:rPr lang="en-MY" dirty="0" err="1"/>
              <a:t>api</a:t>
            </a:r>
            <a:r>
              <a:rPr lang="en-MY" dirty="0"/>
              <a:t>/users`).</a:t>
            </a:r>
          </a:p>
          <a:p>
            <a:pPr marL="0" indent="0">
              <a:buNone/>
            </a:pPr>
            <a:r>
              <a:rPr lang="en-MY" dirty="0"/>
              <a:t>Status Codes: HTTP responses indicating the result of the API request (e.g., 200 OK, 404 Not Found).</a:t>
            </a:r>
          </a:p>
        </p:txBody>
      </p:sp>
    </p:spTree>
    <p:extLst>
      <p:ext uri="{BB962C8B-B14F-4D97-AF65-F5344CB8AC3E}">
        <p14:creationId xmlns:p14="http://schemas.microsoft.com/office/powerpoint/2010/main" val="999128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7FFA-0765-3DA1-B1B7-67032CBE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API Routes in Laravel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C7930-59D6-3A13-B50C-AC3543EE4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MY" dirty="0"/>
              <a:t>API Routes File:</a:t>
            </a:r>
          </a:p>
          <a:p>
            <a:r>
              <a:rPr lang="en-MY" dirty="0"/>
              <a:t> API routes are defined in the `routes/</a:t>
            </a:r>
            <a:r>
              <a:rPr lang="en-MY" dirty="0" err="1"/>
              <a:t>api.php</a:t>
            </a:r>
            <a:r>
              <a:rPr lang="en-MY" dirty="0"/>
              <a:t>` file.</a:t>
            </a:r>
          </a:p>
          <a:p>
            <a:pPr marL="0" indent="0">
              <a:buNone/>
            </a:pPr>
            <a:r>
              <a:rPr lang="en-MY" dirty="0"/>
              <a:t>Basic Example:</a:t>
            </a:r>
          </a:p>
          <a:p>
            <a:pPr marL="0" indent="0">
              <a:buNone/>
            </a:pPr>
            <a:r>
              <a:rPr lang="en-MY" dirty="0"/>
              <a:t>  ```</a:t>
            </a:r>
            <a:r>
              <a:rPr lang="en-MY" dirty="0" err="1"/>
              <a:t>php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  Route::get('/users', '</a:t>
            </a:r>
            <a:r>
              <a:rPr lang="en-MY" dirty="0" err="1"/>
              <a:t>UserController@index</a:t>
            </a:r>
            <a:r>
              <a:rPr lang="en-MY" dirty="0"/>
              <a:t>');</a:t>
            </a:r>
          </a:p>
          <a:p>
            <a:pPr marL="0" indent="0">
              <a:buNone/>
            </a:pPr>
            <a:r>
              <a:rPr lang="en-MY" dirty="0"/>
              <a:t>  Route::post('/users', '</a:t>
            </a:r>
            <a:r>
              <a:rPr lang="en-MY" dirty="0" err="1"/>
              <a:t>UserController@store</a:t>
            </a:r>
            <a:r>
              <a:rPr lang="en-MY" dirty="0"/>
              <a:t>');</a:t>
            </a:r>
          </a:p>
          <a:p>
            <a:pPr marL="0" indent="0">
              <a:buNone/>
            </a:pPr>
            <a:r>
              <a:rPr lang="en-MY" dirty="0"/>
              <a:t>  Route::get('/users/{id}', '</a:t>
            </a:r>
            <a:r>
              <a:rPr lang="en-MY" dirty="0" err="1"/>
              <a:t>UserController@show</a:t>
            </a:r>
            <a:r>
              <a:rPr lang="en-MY" dirty="0"/>
              <a:t>');</a:t>
            </a:r>
          </a:p>
          <a:p>
            <a:pPr marL="0" indent="0">
              <a:buNone/>
            </a:pPr>
            <a:r>
              <a:rPr lang="en-MY" dirty="0"/>
              <a:t>  Route::put('/users/{id}', '</a:t>
            </a:r>
            <a:r>
              <a:rPr lang="en-MY" dirty="0" err="1"/>
              <a:t>UserController@update</a:t>
            </a:r>
            <a:r>
              <a:rPr lang="en-MY" dirty="0"/>
              <a:t>');</a:t>
            </a:r>
          </a:p>
          <a:p>
            <a:pPr marL="0" indent="0">
              <a:buNone/>
            </a:pPr>
            <a:r>
              <a:rPr lang="en-MY" dirty="0"/>
              <a:t>  Route::delete('/users/{id}', '</a:t>
            </a:r>
            <a:r>
              <a:rPr lang="en-MY" dirty="0" err="1"/>
              <a:t>UserController@destroy</a:t>
            </a:r>
            <a:r>
              <a:rPr lang="en-MY" dirty="0"/>
              <a:t>');</a:t>
            </a:r>
          </a:p>
          <a:p>
            <a:pPr marL="0" indent="0">
              <a:buNone/>
            </a:pPr>
            <a:r>
              <a:rPr lang="en-MY" dirty="0"/>
              <a:t>  ```</a:t>
            </a:r>
          </a:p>
          <a:p>
            <a:pPr marL="0" indent="0">
              <a:buNone/>
            </a:pPr>
            <a:r>
              <a:rPr lang="en-MY" dirty="0"/>
              <a:t>API Route Grouping:</a:t>
            </a:r>
          </a:p>
          <a:p>
            <a:r>
              <a:rPr lang="en-MY" dirty="0"/>
              <a:t>Laravel provides an `</a:t>
            </a:r>
            <a:r>
              <a:rPr lang="en-MY" dirty="0" err="1"/>
              <a:t>api</a:t>
            </a:r>
            <a:r>
              <a:rPr lang="en-MY" dirty="0"/>
              <a:t>` middleware group for routes, which automatically applies features like rate-limiting.</a:t>
            </a:r>
          </a:p>
        </p:txBody>
      </p:sp>
    </p:spTree>
    <p:extLst>
      <p:ext uri="{BB962C8B-B14F-4D97-AF65-F5344CB8AC3E}">
        <p14:creationId xmlns:p14="http://schemas.microsoft.com/office/powerpoint/2010/main" val="307546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15E7-CE51-0C96-E3E0-0616DE2B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Controller for the API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51FCF-C760-5CDF-512A-F4F0CDAAF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MY" dirty="0"/>
              <a:t>Creating a Controller:</a:t>
            </a:r>
          </a:p>
          <a:p>
            <a:r>
              <a:rPr lang="en-MY" dirty="0"/>
              <a:t>Use Artisan to generate an API controller:</a:t>
            </a:r>
          </a:p>
          <a:p>
            <a:pPr marL="0" indent="0">
              <a:buNone/>
            </a:pPr>
            <a:r>
              <a:rPr lang="en-MY" dirty="0"/>
              <a:t>    ```bash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php</a:t>
            </a:r>
            <a:r>
              <a:rPr lang="en-MY" dirty="0"/>
              <a:t> artisan </a:t>
            </a:r>
            <a:r>
              <a:rPr lang="en-MY" dirty="0" err="1"/>
              <a:t>make:controller</a:t>
            </a:r>
            <a:r>
              <a:rPr lang="en-MY" dirty="0"/>
              <a:t> </a:t>
            </a:r>
            <a:r>
              <a:rPr lang="en-MY" dirty="0" err="1"/>
              <a:t>UserController</a:t>
            </a:r>
            <a:r>
              <a:rPr lang="en-MY" dirty="0"/>
              <a:t> --</a:t>
            </a:r>
            <a:r>
              <a:rPr lang="en-MY" dirty="0" err="1"/>
              <a:t>api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    ```</a:t>
            </a:r>
          </a:p>
          <a:p>
            <a:pPr marL="0" indent="0">
              <a:buNone/>
            </a:pPr>
            <a:r>
              <a:rPr lang="en-MY" dirty="0"/>
              <a:t>This creates a controller without methods for views, making it suitable for APIs.</a:t>
            </a: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64865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FB47B-F220-104D-D04A-6A0A8A08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6F9A1-C1A2-9DB1-86DE-072EE6FFF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endParaRPr lang="en-MY" dirty="0"/>
          </a:p>
          <a:p>
            <a:pPr marL="0" indent="0">
              <a:buNone/>
            </a:pPr>
            <a:r>
              <a:rPr lang="en-MY" dirty="0"/>
              <a:t>Basic API Controller Example:</a:t>
            </a:r>
          </a:p>
          <a:p>
            <a:pPr marL="0" indent="0">
              <a:buNone/>
            </a:pPr>
            <a:r>
              <a:rPr lang="en-MY" dirty="0"/>
              <a:t>  ```</a:t>
            </a:r>
            <a:r>
              <a:rPr lang="en-MY" dirty="0" err="1"/>
              <a:t>php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  class </a:t>
            </a:r>
            <a:r>
              <a:rPr lang="en-MY" dirty="0" err="1"/>
              <a:t>UserController</a:t>
            </a:r>
            <a:r>
              <a:rPr lang="en-MY" dirty="0"/>
              <a:t> extends Controller {</a:t>
            </a:r>
          </a:p>
          <a:p>
            <a:pPr marL="0" indent="0">
              <a:buNone/>
            </a:pPr>
            <a:r>
              <a:rPr lang="en-MY" dirty="0"/>
              <a:t>      public function index() {</a:t>
            </a:r>
          </a:p>
          <a:p>
            <a:pPr marL="0" indent="0">
              <a:buNone/>
            </a:pPr>
            <a:r>
              <a:rPr lang="en-MY" dirty="0"/>
              <a:t>          return User::all();</a:t>
            </a:r>
          </a:p>
          <a:p>
            <a:pPr marL="0" indent="0">
              <a:buNone/>
            </a:pPr>
            <a:r>
              <a:rPr lang="en-MY" dirty="0"/>
              <a:t>      }</a:t>
            </a:r>
          </a:p>
          <a:p>
            <a:pPr marL="0" indent="0">
              <a:buNone/>
            </a:pPr>
            <a:r>
              <a:rPr lang="en-MY" dirty="0"/>
              <a:t>      public function show($id) {</a:t>
            </a:r>
          </a:p>
          <a:p>
            <a:pPr marL="0" indent="0">
              <a:buNone/>
            </a:pPr>
            <a:r>
              <a:rPr lang="en-MY" dirty="0"/>
              <a:t>          return User::find($id);</a:t>
            </a:r>
          </a:p>
          <a:p>
            <a:pPr marL="0" indent="0">
              <a:buNone/>
            </a:pPr>
            <a:r>
              <a:rPr lang="en-MY" dirty="0"/>
              <a:t>      }</a:t>
            </a:r>
          </a:p>
          <a:p>
            <a:pPr marL="0" indent="0">
              <a:buNone/>
            </a:pPr>
            <a:r>
              <a:rPr lang="en-MY" dirty="0"/>
              <a:t>      public function store(Request $request) {</a:t>
            </a:r>
          </a:p>
          <a:p>
            <a:pPr marL="0" indent="0">
              <a:buNone/>
            </a:pPr>
            <a:r>
              <a:rPr lang="en-MY" dirty="0"/>
              <a:t>          return User::create($request-&gt;all());</a:t>
            </a:r>
          </a:p>
          <a:p>
            <a:pPr marL="0" indent="0">
              <a:buNone/>
            </a:pPr>
            <a:r>
              <a:rPr lang="en-MY" dirty="0"/>
              <a:t>      }</a:t>
            </a:r>
          </a:p>
          <a:p>
            <a:pPr marL="0" indent="0">
              <a:buNone/>
            </a:pPr>
            <a:r>
              <a:rPr lang="en-MY" dirty="0"/>
              <a:t>      public function update(Request $request, $id) {</a:t>
            </a:r>
          </a:p>
          <a:p>
            <a:pPr marL="0" indent="0">
              <a:buNone/>
            </a:pPr>
            <a:r>
              <a:rPr lang="en-MY" dirty="0"/>
              <a:t>          $user = User::</a:t>
            </a:r>
            <a:r>
              <a:rPr lang="en-MY" dirty="0" err="1"/>
              <a:t>findOrFail</a:t>
            </a:r>
            <a:r>
              <a:rPr lang="en-MY" dirty="0"/>
              <a:t>($id);</a:t>
            </a:r>
          </a:p>
          <a:p>
            <a:pPr marL="0" indent="0">
              <a:buNone/>
            </a:pPr>
            <a:r>
              <a:rPr lang="en-MY" dirty="0"/>
              <a:t>          $user-&gt;update($request-&gt;all());</a:t>
            </a:r>
          </a:p>
          <a:p>
            <a:pPr marL="0" indent="0">
              <a:buNone/>
            </a:pPr>
            <a:r>
              <a:rPr lang="en-MY" dirty="0"/>
              <a:t>          return $user;</a:t>
            </a:r>
          </a:p>
          <a:p>
            <a:pPr marL="0" indent="0">
              <a:buNone/>
            </a:pPr>
            <a:r>
              <a:rPr lang="en-MY" dirty="0"/>
              <a:t>      }</a:t>
            </a:r>
          </a:p>
          <a:p>
            <a:pPr marL="0" indent="0">
              <a:buNone/>
            </a:pPr>
            <a:r>
              <a:rPr lang="en-MY" dirty="0"/>
              <a:t>      public function destroy($id) {</a:t>
            </a:r>
          </a:p>
          <a:p>
            <a:pPr marL="0" indent="0">
              <a:buNone/>
            </a:pPr>
            <a:r>
              <a:rPr lang="en-MY" dirty="0"/>
              <a:t>          User::destroy($id);</a:t>
            </a:r>
          </a:p>
          <a:p>
            <a:pPr marL="0" indent="0">
              <a:buNone/>
            </a:pPr>
            <a:r>
              <a:rPr lang="en-MY" dirty="0"/>
              <a:t>      }</a:t>
            </a:r>
          </a:p>
          <a:p>
            <a:pPr marL="0" indent="0">
              <a:buNone/>
            </a:pPr>
            <a:r>
              <a:rPr lang="en-MY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479573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43A41-591B-A631-40B6-50DDD9B72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API Requests and Responses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1401F-23A2-6054-5694-F7C2D3080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MY" dirty="0"/>
              <a:t>Request Handling:</a:t>
            </a:r>
          </a:p>
          <a:p>
            <a:r>
              <a:rPr lang="en-MY" dirty="0"/>
              <a:t> Laravel uses the `Request` class to handle incoming HTTP requests.</a:t>
            </a:r>
          </a:p>
          <a:p>
            <a:r>
              <a:rPr lang="en-MY" dirty="0"/>
              <a:t> Example: Accessing form data:</a:t>
            </a:r>
          </a:p>
          <a:p>
            <a:pPr marL="0" indent="0">
              <a:buNone/>
            </a:pPr>
            <a:r>
              <a:rPr lang="en-MY" dirty="0"/>
              <a:t>    ```</a:t>
            </a:r>
            <a:r>
              <a:rPr lang="en-MY" dirty="0" err="1"/>
              <a:t>php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    $name = $request-&gt;input('name');</a:t>
            </a:r>
          </a:p>
          <a:p>
            <a:pPr marL="0" indent="0">
              <a:buNone/>
            </a:pPr>
            <a:r>
              <a:rPr lang="en-MY" dirty="0"/>
              <a:t>    ```</a:t>
            </a:r>
          </a:p>
          <a:p>
            <a:endParaRPr lang="en-MY" dirty="0"/>
          </a:p>
          <a:p>
            <a:pPr marL="0" indent="0">
              <a:buNone/>
            </a:pPr>
            <a:r>
              <a:rPr lang="en-MY" dirty="0"/>
              <a:t>API Response:</a:t>
            </a:r>
          </a:p>
          <a:p>
            <a:r>
              <a:rPr lang="en-MY" dirty="0"/>
              <a:t> Laravel automatically converts Eloquent models and collections into JSON responses.</a:t>
            </a:r>
          </a:p>
          <a:p>
            <a:r>
              <a:rPr lang="en-MY" dirty="0"/>
              <a:t> Example: Returning data as JSON:</a:t>
            </a:r>
          </a:p>
          <a:p>
            <a:pPr marL="0" indent="0">
              <a:buNone/>
            </a:pPr>
            <a:r>
              <a:rPr lang="en-MY" dirty="0"/>
              <a:t>    ```</a:t>
            </a:r>
            <a:r>
              <a:rPr lang="en-MY" dirty="0" err="1"/>
              <a:t>php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    return response()-&gt;</a:t>
            </a:r>
            <a:r>
              <a:rPr lang="en-MY" dirty="0" err="1"/>
              <a:t>json</a:t>
            </a:r>
            <a:r>
              <a:rPr lang="en-MY" dirty="0"/>
              <a:t>($users);</a:t>
            </a:r>
          </a:p>
        </p:txBody>
      </p:sp>
    </p:spTree>
    <p:extLst>
      <p:ext uri="{BB962C8B-B14F-4D97-AF65-F5344CB8AC3E}">
        <p14:creationId xmlns:p14="http://schemas.microsoft.com/office/powerpoint/2010/main" val="1874728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1AFAA-1D61-1C2B-3DEF-BB32C4626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Validating API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9AB13-51ED-A4F8-B219-9DF0C9A49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MY" dirty="0"/>
              <a:t>Why Validate?</a:t>
            </a:r>
          </a:p>
          <a:p>
            <a:r>
              <a:rPr lang="en-MY" dirty="0"/>
              <a:t> Ensures that the data sent to the API is correct and safe before saving it to the database.</a:t>
            </a:r>
          </a:p>
          <a:p>
            <a:r>
              <a:rPr lang="en-MY" dirty="0"/>
              <a:t>Validation Example:</a:t>
            </a:r>
          </a:p>
          <a:p>
            <a:pPr marL="0" indent="0">
              <a:buNone/>
            </a:pPr>
            <a:r>
              <a:rPr lang="en-MY" dirty="0"/>
              <a:t>  ```</a:t>
            </a:r>
            <a:r>
              <a:rPr lang="en-MY" dirty="0" err="1"/>
              <a:t>php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  public function store(Request $request) {</a:t>
            </a:r>
          </a:p>
          <a:p>
            <a:pPr marL="0" indent="0">
              <a:buNone/>
            </a:pPr>
            <a:r>
              <a:rPr lang="en-MY" dirty="0"/>
              <a:t>      $</a:t>
            </a:r>
            <a:r>
              <a:rPr lang="en-MY" dirty="0" err="1"/>
              <a:t>validatedData</a:t>
            </a:r>
            <a:r>
              <a:rPr lang="en-MY" dirty="0"/>
              <a:t> = $request-&gt;validate([</a:t>
            </a:r>
          </a:p>
          <a:p>
            <a:pPr marL="0" indent="0">
              <a:buNone/>
            </a:pPr>
            <a:r>
              <a:rPr lang="en-MY" dirty="0"/>
              <a:t>          'name' =&gt; 'required|max:255',</a:t>
            </a:r>
          </a:p>
          <a:p>
            <a:pPr marL="0" indent="0">
              <a:buNone/>
            </a:pPr>
            <a:r>
              <a:rPr lang="en-MY" dirty="0"/>
              <a:t>          'email' =&gt; '</a:t>
            </a:r>
            <a:r>
              <a:rPr lang="en-MY" dirty="0" err="1"/>
              <a:t>required|email|unique:users</a:t>
            </a:r>
            <a:r>
              <a:rPr lang="en-MY" dirty="0"/>
              <a:t>',</a:t>
            </a:r>
          </a:p>
          <a:p>
            <a:pPr marL="0" indent="0">
              <a:buNone/>
            </a:pPr>
            <a:r>
              <a:rPr lang="en-MY" dirty="0"/>
              <a:t>          'password' =&gt; 'required|min:8',</a:t>
            </a:r>
          </a:p>
          <a:p>
            <a:pPr marL="0" indent="0">
              <a:buNone/>
            </a:pPr>
            <a:r>
              <a:rPr lang="en-MY" dirty="0"/>
              <a:t>      ]);</a:t>
            </a:r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r>
              <a:rPr lang="en-MY" dirty="0"/>
              <a:t>      return User::create($</a:t>
            </a:r>
            <a:r>
              <a:rPr lang="en-MY" dirty="0" err="1"/>
              <a:t>validatedData</a:t>
            </a:r>
            <a:r>
              <a:rPr lang="en-MY" dirty="0"/>
              <a:t>);</a:t>
            </a:r>
          </a:p>
          <a:p>
            <a:pPr marL="0" indent="0">
              <a:buNone/>
            </a:pPr>
            <a:r>
              <a:rPr lang="en-MY" dirty="0"/>
              <a:t>  }</a:t>
            </a:r>
          </a:p>
          <a:p>
            <a:pPr marL="0" indent="0">
              <a:buNone/>
            </a:pPr>
            <a:r>
              <a:rPr lang="en-MY" dirty="0"/>
              <a:t>  ```</a:t>
            </a:r>
          </a:p>
        </p:txBody>
      </p:sp>
    </p:spTree>
    <p:extLst>
      <p:ext uri="{BB962C8B-B14F-4D97-AF65-F5344CB8AC3E}">
        <p14:creationId xmlns:p14="http://schemas.microsoft.com/office/powerpoint/2010/main" val="475331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2930-1A4D-D6B9-DA9D-1D04D7FC2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API Authentication (Introduction)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EA8A0-403C-216F-806E-C5C7D6305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API Security:</a:t>
            </a:r>
          </a:p>
          <a:p>
            <a:r>
              <a:rPr lang="en-US" dirty="0"/>
              <a:t> APIs often require authentication to ensure that only authorized users can access certain resources.</a:t>
            </a:r>
          </a:p>
          <a:p>
            <a:pPr marL="0" indent="0">
              <a:buNone/>
            </a:pPr>
            <a:r>
              <a:rPr lang="en-US" dirty="0"/>
              <a:t>Laravel Passport:</a:t>
            </a:r>
          </a:p>
          <a:p>
            <a:r>
              <a:rPr lang="en-US" dirty="0"/>
              <a:t> A package for OAuth2 server implementation, providing a secure way to authenticate API users.</a:t>
            </a:r>
          </a:p>
          <a:p>
            <a:pPr marL="0" indent="0">
              <a:buNone/>
            </a:pPr>
            <a:r>
              <a:rPr lang="en-US" dirty="0"/>
              <a:t>Laravel Sanctum:</a:t>
            </a:r>
          </a:p>
          <a:p>
            <a:r>
              <a:rPr lang="en-US" dirty="0"/>
              <a:t>A simpler alternative to Passport for token-based API authentication.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317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6B265-C407-DCC6-9807-9D3893A6A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Laravel Sanctum for API Authentication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B7523-7C03-94C3-E0EC-F9AD00776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MY" dirty="0"/>
              <a:t>What is Sanctum?</a:t>
            </a:r>
          </a:p>
          <a:p>
            <a:r>
              <a:rPr lang="en-MY" dirty="0"/>
              <a:t>Sanctum provides a featherweight authentication system for SPAs (Single Page Applications), mobile applications, and simple token-based APIs.  </a:t>
            </a:r>
          </a:p>
          <a:p>
            <a:pPr marL="0" indent="0">
              <a:buNone/>
            </a:pPr>
            <a:r>
              <a:rPr lang="en-MY" dirty="0"/>
              <a:t>Steps to Set Up Sanctum:</a:t>
            </a:r>
          </a:p>
          <a:p>
            <a:pPr marL="0" indent="0">
              <a:buNone/>
            </a:pPr>
            <a:r>
              <a:rPr lang="en-MY" dirty="0"/>
              <a:t> 1. Install Sanctum:</a:t>
            </a:r>
          </a:p>
          <a:p>
            <a:pPr marL="0" indent="0">
              <a:buNone/>
            </a:pPr>
            <a:r>
              <a:rPr lang="en-MY" dirty="0"/>
              <a:t>     ```bash</a:t>
            </a:r>
          </a:p>
          <a:p>
            <a:pPr marL="0" indent="0">
              <a:buNone/>
            </a:pPr>
            <a:r>
              <a:rPr lang="en-MY" dirty="0"/>
              <a:t>     composer require </a:t>
            </a:r>
            <a:r>
              <a:rPr lang="en-MY" dirty="0" err="1"/>
              <a:t>laravel</a:t>
            </a:r>
            <a:r>
              <a:rPr lang="en-MY" dirty="0"/>
              <a:t>/sanctum</a:t>
            </a:r>
          </a:p>
          <a:p>
            <a:pPr marL="0" indent="0">
              <a:buNone/>
            </a:pPr>
            <a:r>
              <a:rPr lang="en-MY" dirty="0"/>
              <a:t>     ```</a:t>
            </a:r>
          </a:p>
          <a:p>
            <a:pPr marL="0" indent="0">
              <a:buNone/>
            </a:pPr>
            <a:r>
              <a:rPr lang="en-MY" dirty="0"/>
              <a:t>2. Publish the Sanctum Configuration:</a:t>
            </a:r>
          </a:p>
          <a:p>
            <a:pPr marL="0" indent="0">
              <a:buNone/>
            </a:pPr>
            <a:r>
              <a:rPr lang="en-MY" dirty="0"/>
              <a:t>     ```bash</a:t>
            </a:r>
          </a:p>
          <a:p>
            <a:pPr marL="0" indent="0">
              <a:buNone/>
            </a:pPr>
            <a:r>
              <a:rPr lang="en-MY" dirty="0"/>
              <a:t>     </a:t>
            </a:r>
            <a:r>
              <a:rPr lang="en-MY" dirty="0" err="1"/>
              <a:t>php</a:t>
            </a:r>
            <a:r>
              <a:rPr lang="en-MY" dirty="0"/>
              <a:t> artisan </a:t>
            </a:r>
            <a:r>
              <a:rPr lang="en-MY" dirty="0" err="1"/>
              <a:t>vendor:publish</a:t>
            </a:r>
            <a:r>
              <a:rPr lang="en-MY" dirty="0"/>
              <a:t> --provider="Laravel\Sanctum\</a:t>
            </a:r>
            <a:r>
              <a:rPr lang="en-MY" dirty="0" err="1"/>
              <a:t>SanctumServiceProvider</a:t>
            </a:r>
            <a:r>
              <a:rPr lang="en-MY" dirty="0"/>
              <a:t>"</a:t>
            </a:r>
          </a:p>
          <a:p>
            <a:pPr marL="0" indent="0">
              <a:buNone/>
            </a:pPr>
            <a:r>
              <a:rPr lang="en-MY" dirty="0"/>
              <a:t>     ```</a:t>
            </a:r>
          </a:p>
          <a:p>
            <a:pPr marL="0" indent="0">
              <a:buNone/>
            </a:pPr>
            <a:r>
              <a:rPr lang="en-MY" dirty="0"/>
              <a:t> 3. Run Migrations:</a:t>
            </a:r>
          </a:p>
          <a:p>
            <a:pPr marL="0" indent="0">
              <a:buNone/>
            </a:pPr>
            <a:r>
              <a:rPr lang="en-MY" dirty="0"/>
              <a:t>     ```bash</a:t>
            </a:r>
          </a:p>
          <a:p>
            <a:pPr marL="0" indent="0">
              <a:buNone/>
            </a:pPr>
            <a:r>
              <a:rPr lang="en-MY" dirty="0"/>
              <a:t>     </a:t>
            </a:r>
            <a:r>
              <a:rPr lang="en-MY" dirty="0" err="1"/>
              <a:t>php</a:t>
            </a:r>
            <a:r>
              <a:rPr lang="en-MY" dirty="0"/>
              <a:t> artisan migrate</a:t>
            </a:r>
          </a:p>
          <a:p>
            <a:pPr marL="0" indent="0">
              <a:buNone/>
            </a:pPr>
            <a:r>
              <a:rPr lang="en-MY" dirty="0"/>
              <a:t>     ```</a:t>
            </a:r>
          </a:p>
          <a:p>
            <a:pPr marL="0" indent="0">
              <a:buNone/>
            </a:pPr>
            <a:r>
              <a:rPr lang="en-MY" dirty="0"/>
              <a:t>Adding Sanctum Middleware to API:</a:t>
            </a:r>
          </a:p>
          <a:p>
            <a:pPr marL="0" indent="0">
              <a:buNone/>
            </a:pPr>
            <a:r>
              <a:rPr lang="en-MY" dirty="0"/>
              <a:t>  - In `config/</a:t>
            </a:r>
            <a:r>
              <a:rPr lang="en-MY" dirty="0" err="1"/>
              <a:t>api.php</a:t>
            </a:r>
            <a:r>
              <a:rPr lang="en-MY" dirty="0"/>
              <a:t>`, ensure that Sanctum middleware is applied:</a:t>
            </a:r>
          </a:p>
          <a:p>
            <a:pPr marL="0" indent="0">
              <a:buNone/>
            </a:pPr>
            <a:r>
              <a:rPr lang="en-MY" dirty="0"/>
              <a:t>    ```</a:t>
            </a:r>
            <a:r>
              <a:rPr lang="en-MY" dirty="0" err="1"/>
              <a:t>php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    'middleware' =&gt; ['</a:t>
            </a:r>
            <a:r>
              <a:rPr lang="en-MY" dirty="0" err="1"/>
              <a:t>auth:sanctum</a:t>
            </a:r>
            <a:r>
              <a:rPr lang="en-MY" dirty="0"/>
              <a:t>'],</a:t>
            </a:r>
          </a:p>
          <a:p>
            <a:pPr marL="0" indent="0">
              <a:buNone/>
            </a:pPr>
            <a:r>
              <a:rPr lang="en-MY" dirty="0"/>
              <a:t>    ```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27415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6ECE-EA29-ABA7-D82B-F52438708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Authentication with Tokens (Sanctum)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848A6-4F8B-DF07-8B8C-9059B7404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MY" dirty="0"/>
              <a:t>Generating Tokens:</a:t>
            </a:r>
          </a:p>
          <a:p>
            <a:r>
              <a:rPr lang="en-MY" dirty="0"/>
              <a:t>  After user login, generate an API token for further authenticated requests:</a:t>
            </a:r>
          </a:p>
          <a:p>
            <a:pPr marL="0" indent="0">
              <a:buNone/>
            </a:pPr>
            <a:r>
              <a:rPr lang="en-MY" dirty="0"/>
              <a:t>    ```</a:t>
            </a:r>
            <a:r>
              <a:rPr lang="en-MY" dirty="0" err="1"/>
              <a:t>php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    $token = $user-&gt;</a:t>
            </a:r>
            <a:r>
              <a:rPr lang="en-MY" dirty="0" err="1"/>
              <a:t>createToken</a:t>
            </a:r>
            <a:r>
              <a:rPr lang="en-MY" dirty="0"/>
              <a:t>('API Token')-&gt;</a:t>
            </a:r>
            <a:r>
              <a:rPr lang="en-MY" dirty="0" err="1"/>
              <a:t>plainTextToken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    ```</a:t>
            </a:r>
          </a:p>
          <a:p>
            <a:pPr marL="0" indent="0">
              <a:buNone/>
            </a:pPr>
            <a:r>
              <a:rPr lang="en-MY" dirty="0"/>
              <a:t>Using the Token:</a:t>
            </a:r>
          </a:p>
          <a:p>
            <a:r>
              <a:rPr lang="en-MY" dirty="0"/>
              <a:t>   Send the token in the `Authorization` header of API requests:</a:t>
            </a:r>
          </a:p>
          <a:p>
            <a:pPr marL="0" indent="0">
              <a:buNone/>
            </a:pPr>
            <a:r>
              <a:rPr lang="en-MY" dirty="0"/>
              <a:t>      ```</a:t>
            </a:r>
          </a:p>
          <a:p>
            <a:pPr marL="0" indent="0">
              <a:buNone/>
            </a:pPr>
            <a:r>
              <a:rPr lang="en-MY" dirty="0"/>
              <a:t>      Authorization: Bearer {token}</a:t>
            </a:r>
          </a:p>
        </p:txBody>
      </p:sp>
    </p:spTree>
    <p:extLst>
      <p:ext uri="{BB962C8B-B14F-4D97-AF65-F5344CB8AC3E}">
        <p14:creationId xmlns:p14="http://schemas.microsoft.com/office/powerpoint/2010/main" val="365036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49B0B-0597-8673-52D2-71EFE415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Testing APIs with Postman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5E6FA-B4E7-F1E9-2FE7-D1694FAFD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Postman?</a:t>
            </a:r>
          </a:p>
          <a:p>
            <a:r>
              <a:rPr lang="en-US" dirty="0"/>
              <a:t> Postman is a popular tool for testing APIs by sending HTTP requests and inspecting responses.</a:t>
            </a:r>
          </a:p>
          <a:p>
            <a:pPr marL="0" indent="0">
              <a:buNone/>
            </a:pPr>
            <a:r>
              <a:rPr lang="en-US" dirty="0"/>
              <a:t>Using Postman to Test Laravel APIs:</a:t>
            </a:r>
          </a:p>
          <a:p>
            <a:pPr marL="0" indent="0">
              <a:buNone/>
            </a:pPr>
            <a:r>
              <a:rPr lang="en-US" dirty="0"/>
              <a:t>1. Select HTTP Method (GET, POST, PUT, DELETE).</a:t>
            </a:r>
          </a:p>
          <a:p>
            <a:pPr marL="0" indent="0">
              <a:buNone/>
            </a:pPr>
            <a:r>
              <a:rPr lang="en-US" dirty="0"/>
              <a:t>2. Enter API Endpoint (e.g., `http://localhost/api/users`).</a:t>
            </a:r>
          </a:p>
          <a:p>
            <a:pPr marL="0" indent="0">
              <a:buNone/>
            </a:pPr>
            <a:r>
              <a:rPr lang="en-US" dirty="0"/>
              <a:t>3. Send Request and review the response in JSON format.</a:t>
            </a:r>
          </a:p>
          <a:p>
            <a:pPr marL="0" indent="0">
              <a:buNone/>
            </a:pPr>
            <a:r>
              <a:rPr lang="en-US" dirty="0"/>
              <a:t>4. Add Authorization Headers (for authenticated requests).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16572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2CE0-2586-A702-49BB-EAD07E9E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Error Handling in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1AE5A-DE83-9988-2113-AB38536C0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MY" dirty="0"/>
              <a:t>Handling Errors Gracefully:</a:t>
            </a:r>
          </a:p>
          <a:p>
            <a:r>
              <a:rPr lang="en-MY" dirty="0"/>
              <a:t> Always return proper error messages with the correct HTTP status codes.</a:t>
            </a:r>
          </a:p>
          <a:p>
            <a:pPr marL="0" indent="0">
              <a:buNone/>
            </a:pPr>
            <a:r>
              <a:rPr lang="en-MY" dirty="0"/>
              <a:t>  - Example:</a:t>
            </a:r>
          </a:p>
          <a:p>
            <a:pPr marL="0" indent="0">
              <a:buNone/>
            </a:pPr>
            <a:r>
              <a:rPr lang="en-MY" dirty="0"/>
              <a:t>    ```</a:t>
            </a:r>
            <a:r>
              <a:rPr lang="en-MY" dirty="0" err="1"/>
              <a:t>php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    return response()-&gt;</a:t>
            </a:r>
            <a:r>
              <a:rPr lang="en-MY" dirty="0" err="1"/>
              <a:t>json</a:t>
            </a:r>
            <a:r>
              <a:rPr lang="en-MY" dirty="0"/>
              <a:t>(['error' =&gt; 'Resource not found'], 404);</a:t>
            </a:r>
          </a:p>
          <a:p>
            <a:pPr marL="0" indent="0">
              <a:buNone/>
            </a:pPr>
            <a:r>
              <a:rPr lang="en-MY" dirty="0"/>
              <a:t>    ```</a:t>
            </a:r>
          </a:p>
          <a:p>
            <a:pPr marL="0" indent="0">
              <a:buNone/>
            </a:pPr>
            <a:r>
              <a:rPr lang="en-MY" dirty="0"/>
              <a:t>Using Try-Catch Blocks:</a:t>
            </a:r>
          </a:p>
          <a:p>
            <a:r>
              <a:rPr lang="en-MY" dirty="0"/>
              <a:t>  Catch and handle exceptions for better user feedback:</a:t>
            </a:r>
          </a:p>
          <a:p>
            <a:pPr marL="0" indent="0">
              <a:buNone/>
            </a:pPr>
            <a:r>
              <a:rPr lang="en-MY" dirty="0"/>
              <a:t>    ```</a:t>
            </a:r>
            <a:r>
              <a:rPr lang="en-MY" dirty="0" err="1"/>
              <a:t>php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    try {</a:t>
            </a:r>
          </a:p>
          <a:p>
            <a:pPr marL="0" indent="0">
              <a:buNone/>
            </a:pPr>
            <a:r>
              <a:rPr lang="en-MY" dirty="0"/>
              <a:t>        // code</a:t>
            </a:r>
          </a:p>
          <a:p>
            <a:pPr marL="0" indent="0">
              <a:buNone/>
            </a:pPr>
            <a:r>
              <a:rPr lang="en-MY" dirty="0"/>
              <a:t>    } catch (\Exception $e) {</a:t>
            </a:r>
          </a:p>
          <a:p>
            <a:pPr marL="0" indent="0">
              <a:buNone/>
            </a:pPr>
            <a:r>
              <a:rPr lang="en-MY" dirty="0"/>
              <a:t>        return response()-&gt;</a:t>
            </a:r>
            <a:r>
              <a:rPr lang="en-MY" dirty="0" err="1"/>
              <a:t>json</a:t>
            </a:r>
            <a:r>
              <a:rPr lang="en-MY" dirty="0"/>
              <a:t>(['error' =&gt; 'Something went wrong'], 500);</a:t>
            </a:r>
          </a:p>
          <a:p>
            <a:pPr marL="0" indent="0">
              <a:buNone/>
            </a:pPr>
            <a:r>
              <a:rPr lang="en-MY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753863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6324D-C17D-E546-2EEB-969FEBBD3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Building APIs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9B7DE-AC2D-2683-0EF1-0BC2EA11C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Follow REST Principles:</a:t>
            </a:r>
          </a:p>
          <a:p>
            <a:r>
              <a:rPr lang="en-US" dirty="0"/>
              <a:t>Use proper HTTP verbs, status codes, and URIs.</a:t>
            </a:r>
          </a:p>
          <a:p>
            <a:pPr marL="0" indent="0">
              <a:buNone/>
            </a:pPr>
            <a:r>
              <a:rPr lang="en-US" dirty="0"/>
              <a:t>Use Versioning:</a:t>
            </a:r>
          </a:p>
          <a:p>
            <a:r>
              <a:rPr lang="en-US" dirty="0"/>
              <a:t> Version your API to avoid breaking changes.</a:t>
            </a:r>
          </a:p>
          <a:p>
            <a:pPr marL="0" indent="0">
              <a:buNone/>
            </a:pPr>
            <a:r>
              <a:rPr lang="en-US" dirty="0"/>
              <a:t>Implement Rate Limiting:</a:t>
            </a:r>
          </a:p>
          <a:p>
            <a:r>
              <a:rPr lang="en-US" dirty="0"/>
              <a:t> Control the number of requests to prevent abuse.</a:t>
            </a:r>
          </a:p>
          <a:p>
            <a:pPr marL="0" indent="0">
              <a:buNone/>
            </a:pPr>
            <a:r>
              <a:rPr lang="en-US" dirty="0"/>
              <a:t>Secure with Authentication:</a:t>
            </a:r>
          </a:p>
          <a:p>
            <a:r>
              <a:rPr lang="en-US" dirty="0"/>
              <a:t>Protect your API with token-based authentication using Laravel Sanctum or Passport.</a:t>
            </a:r>
          </a:p>
          <a:p>
            <a:pPr marL="0" indent="0">
              <a:buNone/>
            </a:pPr>
            <a:r>
              <a:rPr lang="en-US" dirty="0"/>
              <a:t>Provide Meaningful Error Messages:</a:t>
            </a:r>
          </a:p>
          <a:p>
            <a:r>
              <a:rPr lang="en-US" dirty="0"/>
              <a:t>Ensure the API returns detailed and helpful error messages.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05214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1156</Words>
  <Application>Microsoft Office PowerPoint</Application>
  <PresentationFormat>Widescreen</PresentationFormat>
  <Paragraphs>160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Laravel API Development</vt:lpstr>
      <vt:lpstr>What is an API?</vt:lpstr>
      <vt:lpstr>RESTful API Structure</vt:lpstr>
      <vt:lpstr>Setting Up API Routes in Laravel</vt:lpstr>
      <vt:lpstr>Creating a Controller for the API</vt:lpstr>
      <vt:lpstr>PowerPoint Presentation</vt:lpstr>
      <vt:lpstr>Handling API Requests and Responses</vt:lpstr>
      <vt:lpstr>Validating API Requests</vt:lpstr>
      <vt:lpstr>API Authentication (Introduction)</vt:lpstr>
      <vt:lpstr>Setting Up Laravel Sanctum for API Authentication</vt:lpstr>
      <vt:lpstr>API Authentication with Tokens (Sanctum)</vt:lpstr>
      <vt:lpstr>Testing APIs with Postman</vt:lpstr>
      <vt:lpstr>Error Handling in API</vt:lpstr>
      <vt:lpstr>Best Practices for Building APIs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AZLEE BIN ZABIDI.</dc:creator>
  <cp:lastModifiedBy>AZLEE BIN ZABIDI.</cp:lastModifiedBy>
  <cp:revision>2</cp:revision>
  <dcterms:created xsi:type="dcterms:W3CDTF">2024-10-05T18:24:22Z</dcterms:created>
  <dcterms:modified xsi:type="dcterms:W3CDTF">2024-10-05T18:39:44Z</dcterms:modified>
</cp:coreProperties>
</file>